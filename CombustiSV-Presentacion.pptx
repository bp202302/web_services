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6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COMBUSTISV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 de Precios de Combustibles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Salvador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Audias Martinez Perez  |  MP202301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Brandon Steven Barrera Portillo  |  BP202302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Eriberto Zepeda Palacios  |  ZP202301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Politecnica de El Salvador  |  Diseno de la Plataforma Web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Contenido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320040" cy="3200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 del Proyecto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320040" cy="3200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320040" cy="3200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Utilizadas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320040" cy="3200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320040" cy="320040"/>
          </a:xfrm>
          <a:prstGeom prst="rect">
            <a:avLst/>
          </a:prstGeom>
          <a:solidFill>
            <a:srgbClr val="3949A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3429000"/>
            <a:ext cx="320040" cy="320040"/>
          </a:xfrm>
          <a:prstGeom prst="rect">
            <a:avLst/>
          </a:prstGeom>
          <a:solidFill>
            <a:srgbClr val="3949A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Usuario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3840480"/>
            <a:ext cx="320040" cy="320040"/>
          </a:xfrm>
          <a:prstGeom prst="rect">
            <a:avLst/>
          </a:prstGeom>
          <a:solidFill>
            <a:srgbClr val="3949A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Demostacion del Sistema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1520" y="4251960"/>
            <a:ext cx="320040" cy="320040"/>
          </a:xfrm>
          <a:prstGeom prst="rect">
            <a:avLst/>
          </a:prstGeom>
          <a:solidFill>
            <a:srgbClr val="3949A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51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Definicion del Proyecto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CombustiSV es una plataforma web que centraliza y compara los precios de combustibles (gasolina regular, premium y diesel) de las principales gasolineras de El Salvador, permitiendo al consumidor tomar decisiones informadas para optimizar su gasto.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herramienta centralizada para comparar precios de combustibles en El Salvador.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Solucion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35661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 web con consulta de precios, filtros por tipo, comparador y panel de administracion CRUD.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General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aplicacion web con Java Spring Boot y MySQL para consultar y comparar precios de combustibles en El Salvador.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54864" cy="3200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Disenar una base de datos relacional para gasolineras, tipos y precios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54864" cy="3200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interfaz responsiva para visualizar y filtrar precios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703320"/>
            <a:ext cx="54864" cy="3200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patron MVC con Spring Boot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54864" cy="3200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operaciones CRUD desde un panel admin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Tecnologico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" cy="9144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Spring Boot 2.7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backend MVC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36576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468880"/>
            <a:ext cx="73152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 5.7+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36576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657600"/>
            <a:ext cx="73152" cy="9144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Thymeleaf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plantillas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280160"/>
            <a:ext cx="36576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1280160"/>
            <a:ext cx="73152" cy="914400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Bootstrap 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CSS responsivo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468880"/>
            <a:ext cx="36576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2468880"/>
            <a:ext cx="73152" cy="9144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NetBeans 8.0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de desarrollo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657600"/>
            <a:ext cx="36576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3657600"/>
            <a:ext cx="73152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XAMPP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local Apache+MySQL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MVC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1645920" cy="2286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+ Bootstrap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1371600"/>
            <a:ext cx="1645920" cy="2286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0" y="1554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CONTROLADOR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2286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Controllers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1371600"/>
            <a:ext cx="1645920" cy="22860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1554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2286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0" y="1371600"/>
            <a:ext cx="1645920" cy="22860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554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0" y="2286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3931920"/>
            <a:ext cx="68580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39319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 Database (XAMPP)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Base de Datos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gasolineras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27432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 PK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VARCHAR(255)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TINYINT(1)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474720" y="1280160"/>
            <a:ext cx="2743200" cy="3657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5"/>
          <p:cNvSpPr/>
          <p:nvPr/>
        </p:nvSpPr>
        <p:spPr>
          <a:xfrm>
            <a:off x="34747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precios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0" y="1645920"/>
          <a:ext cx="2743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 PK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gasolinera_id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 FK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tipo_combustible_id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 FK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precio_galon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DECIMAL(8,2)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fecha_actualizacion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TINYINT(1)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92240" y="1280160"/>
            <a:ext cx="2286000" cy="36576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1" name="Text 7"/>
          <p:cNvSpPr/>
          <p:nvPr/>
        </p:nvSpPr>
        <p:spPr>
          <a:xfrm>
            <a:off x="649224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tipos_combustible</a:t>
            </a:r>
            <a:endParaRPr lang="en-US" sz="12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45920"/>
          <a:ext cx="2286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 PK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VARCHAR(255)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Relaciones: gasolineras 1:N precios N:1 tipos_combustible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Interfaz de Usuario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228600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2286000" cy="4572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Pagina de Inicio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banner, resumen de precios, tarjetas por tipo de combustible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28600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280160"/>
            <a:ext cx="2286000" cy="4572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 de Precios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0116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con filtros por tipo y gasolinera, ordenamiento por precio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280160"/>
            <a:ext cx="228600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2160" y="1280160"/>
            <a:ext cx="2286000" cy="4572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Panel Admin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20116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estadisticas, CRUD de gasolineras y precios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Demostracion en Vivo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http://localhost:8080/combustisv/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NetBeans 8.0 + XAMPP + MySQL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 Resuelto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276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creo una herramienta funcional para comparar precios de combustibles en El Salvador.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94560"/>
            <a:ext cx="73152" cy="73152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Tecnologia Aplicada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5420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implemento exitosamente el patron MVC con Java Spring Boot, Thymeleaf y MySQL.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108960"/>
            <a:ext cx="73152" cy="73152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Aprendizaje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4564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desarrollo competencias en desarrollo web full-stack y trabajo colaborativo.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023360"/>
            <a:ext cx="73152" cy="73152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 Social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370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contribuye al ahorro del consumidor y la transparencia del mercado.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657600" y="2286000"/>
            <a:ext cx="1828800" cy="4572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CombustiSV - Comparador de Precios de Combustibles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Martinez  |  Brandon Barrera  |  Hugo Zepeda</a:t>
            </a:r>
            <a:endParaRPr lang="en-US" sz="13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Politecnica de El Salvador  | 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CombustiSV - Comparador de Precios de Combustibles</dc:title>
  <dc:subject>PptxGenJS Presentation</dc:subject>
  <dc:creator>Martinez, Barrera, Zepeda</dc:creator>
  <cp:lastModifiedBy>Martinez, Barrera, Zepeda</cp:lastModifiedBy>
  <cp:revision>1</cp:revision>
  <dcterms:created xsi:type="dcterms:W3CDTF">2026-05-29T21:38:28Z</dcterms:created>
  <dcterms:modified xsi:type="dcterms:W3CDTF">2026-05-29T21:38:28Z</dcterms:modified>
</cp:coreProperties>
</file>